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BCD8-3356-4F63-82B2-8CDB5BA118B0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679D2474-1DB3-407F-820A-5D75DB338D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BCD8-3356-4F63-82B2-8CDB5BA118B0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679D2474-1DB3-407F-820A-5D75DB338D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BCD8-3356-4F63-82B2-8CDB5BA118B0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474-1DB3-407F-820A-5D75DB338D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BCD8-3356-4F63-82B2-8CDB5BA118B0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474-1DB3-407F-820A-5D75DB338D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BCD8-3356-4F63-82B2-8CDB5BA118B0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679D2474-1DB3-407F-820A-5D75DB338D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BCD8-3356-4F63-82B2-8CDB5BA118B0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474-1DB3-407F-820A-5D75DB338D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BCD8-3356-4F63-82B2-8CDB5BA118B0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474-1DB3-407F-820A-5D75DB338D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BCD8-3356-4F63-82B2-8CDB5BA118B0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474-1DB3-407F-820A-5D75DB338D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BCD8-3356-4F63-82B2-8CDB5BA118B0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474-1DB3-407F-820A-5D75DB338D2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BCD8-3356-4F63-82B2-8CDB5BA118B0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474-1DB3-407F-820A-5D75DB338D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BCD8-3356-4F63-82B2-8CDB5BA118B0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D2474-1DB3-407F-820A-5D75DB338D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10C9BCD8-3356-4F63-82B2-8CDB5BA118B0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679D2474-1DB3-407F-820A-5D75DB338D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4191001"/>
            <a:ext cx="8458200" cy="2362199"/>
          </a:xfrm>
        </p:spPr>
        <p:txBody>
          <a:bodyPr>
            <a:normAutofit fontScale="90000"/>
          </a:bodyPr>
          <a:lstStyle/>
          <a:p>
            <a:r>
              <a:rPr lang="en-US" sz="2400" dirty="0" smtClean="0"/>
              <a:t>Presented by:</a:t>
            </a:r>
            <a:br>
              <a:rPr lang="en-US" sz="2400" dirty="0" smtClean="0"/>
            </a:br>
            <a:r>
              <a:rPr lang="en-US" sz="2400" dirty="0" smtClean="0"/>
              <a:t> </a:t>
            </a:r>
            <a:r>
              <a:rPr lang="en-US" sz="2400" dirty="0" err="1" smtClean="0"/>
              <a:t>thejaashree.t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err="1" smtClean="0"/>
              <a:t>sudha.s.p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err="1" smtClean="0"/>
              <a:t>ramya.a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dirty="0" err="1" smtClean="0"/>
              <a:t>tanisha.s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err="1" smtClean="0"/>
              <a:t>thanalaxmi.s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err="1" smtClean="0"/>
              <a:t>ramya</a:t>
            </a:r>
            <a:r>
              <a:rPr lang="en-US" sz="2400" dirty="0" smtClean="0"/>
              <a:t> </a:t>
            </a:r>
            <a:r>
              <a:rPr lang="en-US" sz="2400" dirty="0" err="1" smtClean="0"/>
              <a:t>devi.k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2057400"/>
            <a:ext cx="5334000" cy="160020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+mj-lt"/>
              </a:rPr>
              <a:t>FUNCTIONS IN C++</a:t>
            </a:r>
            <a:endParaRPr lang="en-US" sz="44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function is a block of code that performs a specific task. It can take inputs (arguments), process them, and return an output (return </a:t>
            </a:r>
            <a:r>
              <a:rPr lang="en-US" dirty="0" smtClean="0"/>
              <a:t>value).</a:t>
            </a:r>
          </a:p>
          <a:p>
            <a:r>
              <a:rPr lang="en-US" dirty="0" smtClean="0"/>
              <a:t>The basic syntax for defining a function in C++ is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      </a:t>
            </a:r>
            <a:r>
              <a:rPr lang="en-US" dirty="0" err="1" smtClean="0"/>
              <a:t>return_type</a:t>
            </a:r>
            <a:r>
              <a:rPr lang="en-US" dirty="0" smtClean="0"/>
              <a:t> </a:t>
            </a:r>
            <a:r>
              <a:rPr lang="en-US" dirty="0" err="1" smtClean="0"/>
              <a:t>function_name</a:t>
            </a:r>
            <a:r>
              <a:rPr lang="en-US" dirty="0" smtClean="0"/>
              <a:t>(parameters) </a:t>
            </a:r>
            <a:r>
              <a:rPr lang="en-US" dirty="0" smtClean="0"/>
              <a:t>    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       return value;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5257800"/>
          </a:xfrm>
        </p:spPr>
        <p:txBody>
          <a:bodyPr>
            <a:noAutofit/>
          </a:bodyPr>
          <a:lstStyle/>
          <a:p>
            <a:r>
              <a:rPr lang="en-US" dirty="0" smtClean="0"/>
              <a:t>In C++, a function definition provides the complete implementation of a function, including its return type, name, parameters, and the code block that specifies its </a:t>
            </a:r>
            <a:r>
              <a:rPr lang="en-US" dirty="0" err="1" smtClean="0"/>
              <a:t>behaviour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Components </a:t>
            </a:r>
            <a:r>
              <a:rPr lang="en-US" b="1" dirty="0" smtClean="0"/>
              <a:t>:</a:t>
            </a:r>
            <a:endParaRPr lang="en-US" b="1" dirty="0" smtClean="0"/>
          </a:p>
          <a:p>
            <a:r>
              <a:rPr lang="en-US" b="1" dirty="0" smtClean="0"/>
              <a:t>Return Type</a:t>
            </a:r>
            <a:r>
              <a:rPr lang="en-US" dirty="0" smtClean="0"/>
              <a:t>: Specifies the type of value the function will return. If no value is returned, use void.</a:t>
            </a:r>
          </a:p>
          <a:p>
            <a:r>
              <a:rPr lang="en-US" b="1" dirty="0" smtClean="0"/>
              <a:t>Function Name</a:t>
            </a:r>
            <a:r>
              <a:rPr lang="en-US" dirty="0" smtClean="0"/>
              <a:t>: A descriptive identifier that follows naming conventions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definition(continuation)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Parameters</a:t>
            </a:r>
            <a:r>
              <a:rPr lang="en-US" dirty="0" smtClean="0"/>
              <a:t>: Variables listed inside the parentheses. They are the inputs to the function, specified by type and name. You can have zero or more parameters.</a:t>
            </a:r>
          </a:p>
          <a:p>
            <a:r>
              <a:rPr lang="en-US" b="1" dirty="0" smtClean="0"/>
              <a:t>Function Body</a:t>
            </a:r>
            <a:r>
              <a:rPr lang="en-US" dirty="0" smtClean="0"/>
              <a:t>: Enclosed in curly braces {}, this contains the </a:t>
            </a:r>
            <a:r>
              <a:rPr lang="en-US" sz="3500" dirty="0" smtClean="0"/>
              <a:t>statements</a:t>
            </a:r>
            <a:r>
              <a:rPr lang="en-US" dirty="0" smtClean="0"/>
              <a:t> that define what the function does.</a:t>
            </a:r>
          </a:p>
          <a:p>
            <a:r>
              <a:rPr lang="en-US" b="1" dirty="0" smtClean="0"/>
              <a:t>Return Statement</a:t>
            </a:r>
            <a:r>
              <a:rPr lang="en-US" dirty="0" smtClean="0"/>
              <a:t>: Used to return a value from the function. This is only required if the return type is not void.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call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A function call in C++ is how you execute or invoke a function that has been defined in your program. When you call a function, you provide the necessary arguments, if any, and the </a:t>
            </a:r>
            <a:r>
              <a:rPr lang="en-US" dirty="0" smtClean="0"/>
              <a:t>program </a:t>
            </a:r>
            <a:r>
              <a:rPr lang="en-US" dirty="0" smtClean="0"/>
              <a:t>executes the code within the function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Arguments</a:t>
            </a:r>
            <a:r>
              <a:rPr lang="en-US" dirty="0" smtClean="0"/>
              <a:t>: When calling a function, you pass values (arguments) that correspond to the function's parameters. The number and type of arguments must match the function's definition.</a:t>
            </a:r>
          </a:p>
          <a:p>
            <a:endParaRPr lang="en-US" sz="3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call (continuation)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Return Value</a:t>
            </a:r>
            <a:r>
              <a:rPr lang="en-US" dirty="0" smtClean="0"/>
              <a:t>: If the function returns a value, you can store it in a variable or use it directly in expressions. In the example above, the return value of add is stored in result.</a:t>
            </a:r>
          </a:p>
          <a:p>
            <a:r>
              <a:rPr lang="en-US" b="1" dirty="0" smtClean="0"/>
              <a:t>Function Overloading</a:t>
            </a:r>
            <a:r>
              <a:rPr lang="en-US" dirty="0" smtClean="0"/>
              <a:t>: You can call overloaded functions based on the types or number of arguments provided. For example:</a:t>
            </a:r>
          </a:p>
          <a:p>
            <a:pPr>
              <a:buNone/>
            </a:pPr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 parameters allow you to pass data into functions, enabling code reuse and modular design. </a:t>
            </a:r>
            <a:endParaRPr lang="en-US" dirty="0" smtClean="0"/>
          </a:p>
          <a:p>
            <a:r>
              <a:rPr lang="en-US" dirty="0" smtClean="0"/>
              <a:t>Basic syntax: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       </a:t>
            </a:r>
            <a:r>
              <a:rPr lang="en-US" dirty="0" err="1" smtClean="0"/>
              <a:t>return_type</a:t>
            </a:r>
            <a:r>
              <a:rPr lang="en-US" dirty="0" smtClean="0"/>
              <a:t> </a:t>
            </a:r>
            <a:r>
              <a:rPr lang="en-US" dirty="0" err="1" smtClean="0"/>
              <a:t>function_name</a:t>
            </a:r>
            <a:r>
              <a:rPr lang="en-US" dirty="0" smtClean="0"/>
              <a:t>(</a:t>
            </a:r>
            <a:r>
              <a:rPr lang="en-US" dirty="0" err="1" smtClean="0"/>
              <a:t>parameter_type</a:t>
            </a:r>
            <a:r>
              <a:rPr lang="en-US" dirty="0" smtClean="0"/>
              <a:t> </a:t>
            </a:r>
            <a:r>
              <a:rPr lang="en-US" dirty="0" err="1" smtClean="0"/>
              <a:t>parameter_name</a:t>
            </a:r>
            <a:r>
              <a:rPr lang="en-US" dirty="0" smtClean="0"/>
              <a:t>, ...) </a:t>
            </a:r>
            <a:r>
              <a:rPr lang="en-US" dirty="0" smtClean="0"/>
              <a:t>{//function body}</a:t>
            </a:r>
          </a:p>
          <a:p>
            <a:r>
              <a:rPr lang="en-US" dirty="0" smtClean="0"/>
              <a:t>Other parameters : </a:t>
            </a:r>
            <a:r>
              <a:rPr lang="en-US" dirty="0" err="1" smtClean="0"/>
              <a:t>default,multiple,mixing</a:t>
            </a:r>
            <a:r>
              <a:rPr lang="en-US" dirty="0" smtClean="0"/>
              <a:t> parameters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686800" cy="510539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b="1" dirty="0" smtClean="0"/>
          </a:p>
          <a:p>
            <a:r>
              <a:rPr lang="en-US" b="1" dirty="0" smtClean="0"/>
              <a:t>A. By </a:t>
            </a:r>
            <a:r>
              <a:rPr lang="en-US" b="1" dirty="0" err="1" smtClean="0"/>
              <a:t>Value:</a:t>
            </a:r>
            <a:r>
              <a:rPr lang="en-US" dirty="0" err="1" smtClean="0"/>
              <a:t>In</a:t>
            </a:r>
            <a:r>
              <a:rPr lang="en-US" dirty="0" smtClean="0"/>
              <a:t> </a:t>
            </a:r>
            <a:r>
              <a:rPr lang="en-US" dirty="0" smtClean="0"/>
              <a:t>this method, a copy of the argument is passed to the function. Changes made to the parameter inside the function do not affect the original variable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B. By </a:t>
            </a:r>
            <a:r>
              <a:rPr lang="en-US" b="1" dirty="0" err="1" smtClean="0"/>
              <a:t>Reference:</a:t>
            </a:r>
            <a:r>
              <a:rPr lang="en-US" dirty="0" err="1" smtClean="0"/>
              <a:t>Passing</a:t>
            </a:r>
            <a:r>
              <a:rPr lang="en-US" dirty="0" smtClean="0"/>
              <a:t> </a:t>
            </a:r>
            <a:r>
              <a:rPr lang="en-US" dirty="0" smtClean="0"/>
              <a:t>by reference allows the function to modify the original variable. This is done using the &amp; symbol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C. By </a:t>
            </a:r>
            <a:r>
              <a:rPr lang="en-US" b="1" dirty="0" err="1" smtClean="0"/>
              <a:t>Pointer:</a:t>
            </a:r>
            <a:r>
              <a:rPr lang="en-US" dirty="0" err="1" smtClean="0"/>
              <a:t>This</a:t>
            </a:r>
            <a:r>
              <a:rPr lang="en-US" dirty="0" smtClean="0"/>
              <a:t> </a:t>
            </a:r>
            <a:r>
              <a:rPr lang="en-US" dirty="0" smtClean="0"/>
              <a:t>method passes the address of the variable to the function. You can modify the original variable by dereferencing the pointer.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 overloading in C++ allows you to define multiple functions with the same name but different parameter lists.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 smtClean="0"/>
              <a:t>feature enhances code readability and usability by letting you use the same function name for different types or numbers of parameters.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overloading (continuation)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 smtClean="0"/>
              <a:t>Key Points :</a:t>
            </a:r>
          </a:p>
          <a:p>
            <a:r>
              <a:rPr lang="en-US" b="1" dirty="0" smtClean="0"/>
              <a:t>Same Name</a:t>
            </a:r>
            <a:r>
              <a:rPr lang="en-US" dirty="0" smtClean="0"/>
              <a:t>: All overloaded functions must have the same name.</a:t>
            </a:r>
          </a:p>
          <a:p>
            <a:r>
              <a:rPr lang="en-US" b="1" dirty="0" smtClean="0"/>
              <a:t>Different Parameters</a:t>
            </a:r>
            <a:r>
              <a:rPr lang="en-US" dirty="0" smtClean="0"/>
              <a:t>: Overloaded functions must differ in the number of parameters, types of parameters, or both. The return type alone is not sufficient to distinguish between overloaded functions.</a:t>
            </a:r>
          </a:p>
          <a:p>
            <a:r>
              <a:rPr lang="en-US" b="1" dirty="0" smtClean="0"/>
              <a:t>Compile-time Polymorphism</a:t>
            </a:r>
            <a:r>
              <a:rPr lang="en-US" dirty="0" smtClean="0"/>
              <a:t>: Function overloading is a form of compile-time polymorphism, meaning the decision of which function to invoke is made at compile time.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Key considerations in function 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en-US" b="1" dirty="0" smtClean="0"/>
          </a:p>
          <a:p>
            <a:r>
              <a:rPr lang="en-US" b="1" dirty="0" smtClean="0"/>
              <a:t>Ambiguity</a:t>
            </a:r>
            <a:r>
              <a:rPr lang="en-US" dirty="0" smtClean="0"/>
              <a:t>: Overloading can lead to ambiguity if the compiler cannot determine which function to call based on the provided arguments. </a:t>
            </a:r>
          </a:p>
          <a:p>
            <a:r>
              <a:rPr lang="en-US" b="1" dirty="0" smtClean="0"/>
              <a:t>Different Parameter Types</a:t>
            </a:r>
            <a:r>
              <a:rPr lang="en-US" dirty="0" smtClean="0"/>
              <a:t>: Overloaded functions can differ in the types of parameters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Default Parameters</a:t>
            </a:r>
            <a:r>
              <a:rPr lang="en-US" dirty="0" smtClean="0"/>
              <a:t>: If you have default parameters in an overloaded function, be careful as it can lead to ambiguity.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ank You PNGs for Free Downloa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199" y="1828800"/>
            <a:ext cx="7543801" cy="3124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35</TotalTime>
  <Words>658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Trek</vt:lpstr>
      <vt:lpstr>Presented by:  thejaashree.t sudha.s.p ramya.a  tanisha.s thanalaxmi.s ramya devi.k</vt:lpstr>
      <vt:lpstr>Introduction </vt:lpstr>
      <vt:lpstr>Function definition</vt:lpstr>
      <vt:lpstr>Function definition(continuation)</vt:lpstr>
      <vt:lpstr>Function call</vt:lpstr>
      <vt:lpstr>Function call (continuation)</vt:lpstr>
      <vt:lpstr>Function parameters</vt:lpstr>
      <vt:lpstr>Types of parameters</vt:lpstr>
      <vt:lpstr>Function overloading</vt:lpstr>
      <vt:lpstr>Function overloading (continuation)</vt:lpstr>
      <vt:lpstr>Key considerations in function  overloading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by:  thejaashree.t sudha.s.p ramya.a  tanisha.s thanalaxmi.s ramya devi.k</dc:title>
  <dc:creator>user</dc:creator>
  <cp:lastModifiedBy>user</cp:lastModifiedBy>
  <cp:revision>2</cp:revision>
  <dcterms:created xsi:type="dcterms:W3CDTF">2024-10-09T14:38:07Z</dcterms:created>
  <dcterms:modified xsi:type="dcterms:W3CDTF">2024-10-09T15:14:07Z</dcterms:modified>
</cp:coreProperties>
</file>